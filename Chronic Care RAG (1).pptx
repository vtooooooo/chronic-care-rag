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62" r:id="rId7"/>
    <p:sldId id="266" r:id="rId8"/>
    <p:sldId id="267" r:id="rId9"/>
    <p:sldId id="268" r:id="rId10"/>
    <p:sldId id="269" r:id="rId11"/>
    <p:sldId id="264" r:id="rId12"/>
    <p:sldId id="270" r:id="rId13"/>
    <p:sldId id="271" r:id="rId14"/>
    <p:sldId id="265" r:id="rId15"/>
  </p:sldIdLst>
  <p:sldSz cx="18288000" cy="10287000"/>
  <p:notesSz cx="6858000" cy="9144000"/>
  <p:embeddedFontLst>
    <p:embeddedFont>
      <p:font typeface="Nunito" pitchFamily="2" charset="0"/>
      <p:regular r:id="rId16"/>
      <p:bold r:id="rId17"/>
      <p:italic r:id="rId18"/>
      <p:boldItalic r:id="rId19"/>
    </p:embeddedFont>
    <p:embeddedFont>
      <p:font typeface="Nunito Bold" panose="020B0604020202020204" charset="0"/>
      <p:regular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Proxima Nova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584CE-A7AB-4FB3-A6DE-9F0A5EF142BA}" v="4" dt="2025-12-01T00:00:30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73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shan, Vittu Ramadasu" userId="01749a92-25ae-49a0-a923-c0fdb96943bd" providerId="ADAL" clId="{945A6BF3-8134-4032-BD12-AFA685356624}"/>
    <pc:docChg chg="undo custSel addSld modSld sldOrd">
      <pc:chgData name="Darshan, Vittu Ramadasu" userId="01749a92-25ae-49a0-a923-c0fdb96943bd" providerId="ADAL" clId="{945A6BF3-8134-4032-BD12-AFA685356624}" dt="2025-12-01T00:03:40.513" v="50" actId="27614"/>
      <pc:docMkLst>
        <pc:docMk/>
      </pc:docMkLst>
      <pc:sldChg chg="addSp delSp modSp add mod ord setBg">
        <pc:chgData name="Darshan, Vittu Ramadasu" userId="01749a92-25ae-49a0-a923-c0fdb96943bd" providerId="ADAL" clId="{945A6BF3-8134-4032-BD12-AFA685356624}" dt="2025-12-01T00:03:40.513" v="50" actId="27614"/>
        <pc:sldMkLst>
          <pc:docMk/>
          <pc:sldMk cId="2939939022" sldId="272"/>
        </pc:sldMkLst>
        <pc:spChg chg="del">
          <ac:chgData name="Darshan, Vittu Ramadasu" userId="01749a92-25ae-49a0-a923-c0fdb96943bd" providerId="ADAL" clId="{945A6BF3-8134-4032-BD12-AFA685356624}" dt="2025-11-30T23:51:46.634" v="3" actId="478"/>
          <ac:spMkLst>
            <pc:docMk/>
            <pc:sldMk cId="2939939022" sldId="272"/>
            <ac:spMk id="2" creationId="{5309A75B-2C83-6CDE-C917-FEEE0A2383E9}"/>
          </ac:spMkLst>
        </pc:spChg>
        <pc:spChg chg="del">
          <ac:chgData name="Darshan, Vittu Ramadasu" userId="01749a92-25ae-49a0-a923-c0fdb96943bd" providerId="ADAL" clId="{945A6BF3-8134-4032-BD12-AFA685356624}" dt="2025-11-30T23:51:46.634" v="3" actId="478"/>
          <ac:spMkLst>
            <pc:docMk/>
            <pc:sldMk cId="2939939022" sldId="272"/>
            <ac:spMk id="3" creationId="{BB6C7D3C-0872-C134-2E67-1BF3D0B6F9E5}"/>
          </ac:spMkLst>
        </pc:spChg>
        <pc:spChg chg="del">
          <ac:chgData name="Darshan, Vittu Ramadasu" userId="01749a92-25ae-49a0-a923-c0fdb96943bd" providerId="ADAL" clId="{945A6BF3-8134-4032-BD12-AFA685356624}" dt="2025-11-30T23:51:46.634" v="3" actId="478"/>
          <ac:spMkLst>
            <pc:docMk/>
            <pc:sldMk cId="2939939022" sldId="272"/>
            <ac:spMk id="7" creationId="{311B68D9-17F4-B9C4-B7DA-A73B8B2EBA45}"/>
          </ac:spMkLst>
        </pc:spChg>
        <pc:spChg chg="add del mod ord">
          <ac:chgData name="Darshan, Vittu Ramadasu" userId="01749a92-25ae-49a0-a923-c0fdb96943bd" providerId="ADAL" clId="{945A6BF3-8134-4032-BD12-AFA685356624}" dt="2025-12-01T00:03:38.013" v="49" actId="26606"/>
          <ac:spMkLst>
            <pc:docMk/>
            <pc:sldMk cId="2939939022" sldId="272"/>
            <ac:spMk id="7" creationId="{E1605399-B186-11FF-3F0F-9189ED1ADECE}"/>
          </ac:spMkLst>
        </pc:spChg>
        <pc:spChg chg="del">
          <ac:chgData name="Darshan, Vittu Ramadasu" userId="01749a92-25ae-49a0-a923-c0fdb96943bd" providerId="ADAL" clId="{945A6BF3-8134-4032-BD12-AFA685356624}" dt="2025-11-30T23:51:46.634" v="3" actId="478"/>
          <ac:spMkLst>
            <pc:docMk/>
            <pc:sldMk cId="2939939022" sldId="272"/>
            <ac:spMk id="8" creationId="{111ABA51-F010-291B-57FC-1084BD6A71C5}"/>
          </ac:spMkLst>
        </pc:spChg>
        <pc:spChg chg="add del mod">
          <ac:chgData name="Darshan, Vittu Ramadasu" userId="01749a92-25ae-49a0-a923-c0fdb96943bd" providerId="ADAL" clId="{945A6BF3-8134-4032-BD12-AFA685356624}" dt="2025-12-01T00:01:06.056" v="22" actId="478"/>
          <ac:spMkLst>
            <pc:docMk/>
            <pc:sldMk cId="2939939022" sldId="272"/>
            <ac:spMk id="8" creationId="{6000E755-FDD7-0A99-C387-5C7F21377681}"/>
          </ac:spMkLst>
        </pc:spChg>
        <pc:spChg chg="del">
          <ac:chgData name="Darshan, Vittu Ramadasu" userId="01749a92-25ae-49a0-a923-c0fdb96943bd" providerId="ADAL" clId="{945A6BF3-8134-4032-BD12-AFA685356624}" dt="2025-11-30T23:51:46.634" v="3" actId="478"/>
          <ac:spMkLst>
            <pc:docMk/>
            <pc:sldMk cId="2939939022" sldId="272"/>
            <ac:spMk id="9" creationId="{DBEA6125-F4DD-1068-AF80-385E0C72F694}"/>
          </ac:spMkLst>
        </pc:spChg>
        <pc:spChg chg="del">
          <ac:chgData name="Darshan, Vittu Ramadasu" userId="01749a92-25ae-49a0-a923-c0fdb96943bd" providerId="ADAL" clId="{945A6BF3-8134-4032-BD12-AFA685356624}" dt="2025-11-30T23:51:46.634" v="3" actId="478"/>
          <ac:spMkLst>
            <pc:docMk/>
            <pc:sldMk cId="2939939022" sldId="272"/>
            <ac:spMk id="10" creationId="{4082E892-052B-E0BA-45DA-7C961A4DFB86}"/>
          </ac:spMkLst>
        </pc:spChg>
        <pc:spChg chg="del">
          <ac:chgData name="Darshan, Vittu Ramadasu" userId="01749a92-25ae-49a0-a923-c0fdb96943bd" providerId="ADAL" clId="{945A6BF3-8134-4032-BD12-AFA685356624}" dt="2025-11-30T23:51:46.634" v="3" actId="478"/>
          <ac:spMkLst>
            <pc:docMk/>
            <pc:sldMk cId="2939939022" sldId="272"/>
            <ac:spMk id="11" creationId="{AC7A371A-EC27-E921-5C06-CFFE52264C7B}"/>
          </ac:spMkLst>
        </pc:spChg>
        <pc:spChg chg="del">
          <ac:chgData name="Darshan, Vittu Ramadasu" userId="01749a92-25ae-49a0-a923-c0fdb96943bd" providerId="ADAL" clId="{945A6BF3-8134-4032-BD12-AFA685356624}" dt="2025-11-30T23:51:46.634" v="3" actId="478"/>
          <ac:spMkLst>
            <pc:docMk/>
            <pc:sldMk cId="2939939022" sldId="272"/>
            <ac:spMk id="12" creationId="{2C83D9B5-8FD1-2968-8F4A-C678013D1439}"/>
          </ac:spMkLst>
        </pc:spChg>
        <pc:spChg chg="del">
          <ac:chgData name="Darshan, Vittu Ramadasu" userId="01749a92-25ae-49a0-a923-c0fdb96943bd" providerId="ADAL" clId="{945A6BF3-8134-4032-BD12-AFA685356624}" dt="2025-11-30T23:51:46.634" v="3" actId="478"/>
          <ac:spMkLst>
            <pc:docMk/>
            <pc:sldMk cId="2939939022" sldId="272"/>
            <ac:spMk id="13" creationId="{9D230581-9079-DF00-F01B-6117C6732751}"/>
          </ac:spMkLst>
        </pc:spChg>
        <pc:spChg chg="add del">
          <ac:chgData name="Darshan, Vittu Ramadasu" userId="01749a92-25ae-49a0-a923-c0fdb96943bd" providerId="ADAL" clId="{945A6BF3-8134-4032-BD12-AFA685356624}" dt="2025-12-01T00:03:38.013" v="49" actId="26606"/>
          <ac:spMkLst>
            <pc:docMk/>
            <pc:sldMk cId="2939939022" sldId="272"/>
            <ac:spMk id="15" creationId="{42A4FC2C-047E-45A5-965D-8E1E3BF09BC6}"/>
          </ac:spMkLst>
        </pc:spChg>
        <pc:spChg chg="add del">
          <ac:chgData name="Darshan, Vittu Ramadasu" userId="01749a92-25ae-49a0-a923-c0fdb96943bd" providerId="ADAL" clId="{945A6BF3-8134-4032-BD12-AFA685356624}" dt="2025-12-01T00:03:16.316" v="36" actId="26606"/>
          <ac:spMkLst>
            <pc:docMk/>
            <pc:sldMk cId="2939939022" sldId="272"/>
            <ac:spMk id="17" creationId="{FE29D509-65D8-0297-0BE0-870D888D4A2F}"/>
          </ac:spMkLst>
        </pc:spChg>
        <pc:spChg chg="add del">
          <ac:chgData name="Darshan, Vittu Ramadasu" userId="01749a92-25ae-49a0-a923-c0fdb96943bd" providerId="ADAL" clId="{945A6BF3-8134-4032-BD12-AFA685356624}" dt="2025-12-01T00:03:33.265" v="46" actId="26606"/>
          <ac:spMkLst>
            <pc:docMk/>
            <pc:sldMk cId="2939939022" sldId="272"/>
            <ac:spMk id="19" creationId="{206E56BB-C8E6-4F70-B8BF-921C4912D6DE}"/>
          </ac:spMkLst>
        </pc:spChg>
        <pc:spChg chg="add del">
          <ac:chgData name="Darshan, Vittu Ramadasu" userId="01749a92-25ae-49a0-a923-c0fdb96943bd" providerId="ADAL" clId="{945A6BF3-8134-4032-BD12-AFA685356624}" dt="2025-12-01T00:02:54.817" v="26" actId="26606"/>
          <ac:spMkLst>
            <pc:docMk/>
            <pc:sldMk cId="2939939022" sldId="272"/>
            <ac:spMk id="20" creationId="{42A4FC2C-047E-45A5-965D-8E1E3BF09BC6}"/>
          </ac:spMkLst>
        </pc:spChg>
        <pc:spChg chg="add del">
          <ac:chgData name="Darshan, Vittu Ramadasu" userId="01749a92-25ae-49a0-a923-c0fdb96943bd" providerId="ADAL" clId="{945A6BF3-8134-4032-BD12-AFA685356624}" dt="2025-12-01T00:03:17.831" v="38" actId="26606"/>
          <ac:spMkLst>
            <pc:docMk/>
            <pc:sldMk cId="2939939022" sldId="272"/>
            <ac:spMk id="21" creationId="{3B432D73-5C38-474F-AF96-A3228731BF36}"/>
          </ac:spMkLst>
        </pc:spChg>
        <pc:spChg chg="add del">
          <ac:chgData name="Darshan, Vittu Ramadasu" userId="01749a92-25ae-49a0-a923-c0fdb96943bd" providerId="ADAL" clId="{945A6BF3-8134-4032-BD12-AFA685356624}" dt="2025-12-01T00:03:01.011" v="28" actId="26606"/>
          <ac:spMkLst>
            <pc:docMk/>
            <pc:sldMk cId="2939939022" sldId="272"/>
            <ac:spMk id="22" creationId="{91DE43FD-EB47-414A-B0AB-169B0FFFA527}"/>
          </ac:spMkLst>
        </pc:spChg>
        <pc:spChg chg="add del">
          <ac:chgData name="Darshan, Vittu Ramadasu" userId="01749a92-25ae-49a0-a923-c0fdb96943bd" providerId="ADAL" clId="{945A6BF3-8134-4032-BD12-AFA685356624}" dt="2025-12-01T00:03:01.011" v="28" actId="26606"/>
          <ac:spMkLst>
            <pc:docMk/>
            <pc:sldMk cId="2939939022" sldId="272"/>
            <ac:spMk id="23" creationId="{0B761509-3B9A-49A6-A84B-C3D86811697D}"/>
          </ac:spMkLst>
        </pc:spChg>
        <pc:spChg chg="add del">
          <ac:chgData name="Darshan, Vittu Ramadasu" userId="01749a92-25ae-49a0-a923-c0fdb96943bd" providerId="ADAL" clId="{945A6BF3-8134-4032-BD12-AFA685356624}" dt="2025-12-01T00:03:20.403" v="40" actId="26606"/>
          <ac:spMkLst>
            <pc:docMk/>
            <pc:sldMk cId="2939939022" sldId="272"/>
            <ac:spMk id="25" creationId="{C7D023E4-8DE1-436E-9847-ED6A4B4B04FD}"/>
          </ac:spMkLst>
        </pc:spChg>
        <pc:spChg chg="add del">
          <ac:chgData name="Darshan, Vittu Ramadasu" userId="01749a92-25ae-49a0-a923-c0fdb96943bd" providerId="ADAL" clId="{945A6BF3-8134-4032-BD12-AFA685356624}" dt="2025-12-01T00:03:33.265" v="46" actId="26606"/>
          <ac:spMkLst>
            <pc:docMk/>
            <pc:sldMk cId="2939939022" sldId="272"/>
            <ac:spMk id="27" creationId="{99643316-AB20-4DD1-8578-B5D7F033C0A3}"/>
          </ac:spMkLst>
        </pc:spChg>
        <pc:spChg chg="add del">
          <ac:chgData name="Darshan, Vittu Ramadasu" userId="01749a92-25ae-49a0-a923-c0fdb96943bd" providerId="ADAL" clId="{945A6BF3-8134-4032-BD12-AFA685356624}" dt="2025-12-01T00:03:38.007" v="48" actId="26606"/>
          <ac:spMkLst>
            <pc:docMk/>
            <pc:sldMk cId="2939939022" sldId="272"/>
            <ac:spMk id="29" creationId="{11B2B030-4738-4359-9E46-144B7C8BFF8B}"/>
          </ac:spMkLst>
        </pc:spChg>
        <pc:spChg chg="add del">
          <ac:chgData name="Darshan, Vittu Ramadasu" userId="01749a92-25ae-49a0-a923-c0fdb96943bd" providerId="ADAL" clId="{945A6BF3-8134-4032-BD12-AFA685356624}" dt="2025-12-01T00:03:38.007" v="48" actId="26606"/>
          <ac:spMkLst>
            <pc:docMk/>
            <pc:sldMk cId="2939939022" sldId="272"/>
            <ac:spMk id="30" creationId="{E722B2DD-E14D-4972-9D98-5D6E61B1B2D2}"/>
          </ac:spMkLst>
        </pc:spChg>
        <pc:spChg chg="add">
          <ac:chgData name="Darshan, Vittu Ramadasu" userId="01749a92-25ae-49a0-a923-c0fdb96943bd" providerId="ADAL" clId="{945A6BF3-8134-4032-BD12-AFA685356624}" dt="2025-12-01T00:03:38.013" v="49" actId="26606"/>
          <ac:spMkLst>
            <pc:docMk/>
            <pc:sldMk cId="2939939022" sldId="272"/>
            <ac:spMk id="32" creationId="{42A4FC2C-047E-45A5-965D-8E1E3BF09BC6}"/>
          </ac:spMkLst>
        </pc:spChg>
        <pc:spChg chg="add del">
          <ac:chgData name="Darshan, Vittu Ramadasu" userId="01749a92-25ae-49a0-a923-c0fdb96943bd" providerId="ADAL" clId="{945A6BF3-8134-4032-BD12-AFA685356624}" dt="2025-12-01T00:03:03.501" v="32" actId="26606"/>
          <ac:spMkLst>
            <pc:docMk/>
            <pc:sldMk cId="2939939022" sldId="272"/>
            <ac:spMk id="33" creationId="{42A4FC2C-047E-45A5-965D-8E1E3BF09BC6}"/>
          </ac:spMkLst>
        </pc:spChg>
        <pc:spChg chg="add del">
          <ac:chgData name="Darshan, Vittu Ramadasu" userId="01749a92-25ae-49a0-a923-c0fdb96943bd" providerId="ADAL" clId="{945A6BF3-8134-4032-BD12-AFA685356624}" dt="2025-12-01T00:03:20.403" v="40" actId="26606"/>
          <ac:spMkLst>
            <pc:docMk/>
            <pc:sldMk cId="2939939022" sldId="272"/>
            <ac:spMk id="34" creationId="{8B2B1708-8CE4-4A20-94F5-55118AE2CBD7}"/>
          </ac:spMkLst>
        </pc:spChg>
        <pc:spChg chg="add del">
          <ac:chgData name="Darshan, Vittu Ramadasu" userId="01749a92-25ae-49a0-a923-c0fdb96943bd" providerId="ADAL" clId="{945A6BF3-8134-4032-BD12-AFA685356624}" dt="2025-12-01T00:03:20.403" v="40" actId="26606"/>
          <ac:spMkLst>
            <pc:docMk/>
            <pc:sldMk cId="2939939022" sldId="272"/>
            <ac:spMk id="35" creationId="{8B4AF456-0671-432E-AD5B-FFAF8D6461E7}"/>
          </ac:spMkLst>
        </pc:spChg>
        <pc:spChg chg="add del">
          <ac:chgData name="Darshan, Vittu Ramadasu" userId="01749a92-25ae-49a0-a923-c0fdb96943bd" providerId="ADAL" clId="{945A6BF3-8134-4032-BD12-AFA685356624}" dt="2025-12-01T00:03:24.400" v="42" actId="26606"/>
          <ac:spMkLst>
            <pc:docMk/>
            <pc:sldMk cId="2939939022" sldId="272"/>
            <ac:spMk id="39" creationId="{5D9FC6AC-4A12-4825-8ABE-0732B8EF4D16}"/>
          </ac:spMkLst>
        </pc:spChg>
        <pc:grpChg chg="add del">
          <ac:chgData name="Darshan, Vittu Ramadasu" userId="01749a92-25ae-49a0-a923-c0fdb96943bd" providerId="ADAL" clId="{945A6BF3-8134-4032-BD12-AFA685356624}" dt="2025-12-01T00:03:01.011" v="28" actId="26606"/>
          <ac:grpSpMkLst>
            <pc:docMk/>
            <pc:sldMk cId="2939939022" sldId="272"/>
            <ac:grpSpMk id="24" creationId="{58495BCC-CE77-4CC2-952E-846F41119FD5}"/>
          </ac:grpSpMkLst>
        </pc:grpChg>
        <pc:grpChg chg="add del">
          <ac:chgData name="Darshan, Vittu Ramadasu" userId="01749a92-25ae-49a0-a923-c0fdb96943bd" providerId="ADAL" clId="{945A6BF3-8134-4032-BD12-AFA685356624}" dt="2025-12-01T00:03:20.403" v="40" actId="26606"/>
          <ac:grpSpMkLst>
            <pc:docMk/>
            <pc:sldMk cId="2939939022" sldId="272"/>
            <ac:grpSpMk id="26" creationId="{43F5E015-E085-4624-B431-B42414448684}"/>
          </ac:grpSpMkLst>
        </pc:grpChg>
        <pc:grpChg chg="add del">
          <ac:chgData name="Darshan, Vittu Ramadasu" userId="01749a92-25ae-49a0-a923-c0fdb96943bd" providerId="ADAL" clId="{945A6BF3-8134-4032-BD12-AFA685356624}" dt="2025-12-01T00:03:02.570" v="30" actId="26606"/>
          <ac:grpSpMkLst>
            <pc:docMk/>
            <pc:sldMk cId="2939939022" sldId="272"/>
            <ac:grpSpMk id="28" creationId="{723C66ED-DBBF-12CA-7F5E-813E0E7D036A}"/>
          </ac:grpSpMkLst>
        </pc:grpChg>
        <pc:picChg chg="add mod">
          <ac:chgData name="Darshan, Vittu Ramadasu" userId="01749a92-25ae-49a0-a923-c0fdb96943bd" providerId="ADAL" clId="{945A6BF3-8134-4032-BD12-AFA685356624}" dt="2025-11-30T23:58:51.530" v="5"/>
          <ac:picMkLst>
            <pc:docMk/>
            <pc:sldMk cId="2939939022" sldId="272"/>
            <ac:picMk id="2" creationId="{0CF074FA-1E87-796F-E57A-77E6EB79C9AC}"/>
          </ac:picMkLst>
        </pc:picChg>
        <pc:picChg chg="add del">
          <ac:chgData name="Darshan, Vittu Ramadasu" userId="01749a92-25ae-49a0-a923-c0fdb96943bd" providerId="ADAL" clId="{945A6BF3-8134-4032-BD12-AFA685356624}" dt="2025-11-30T23:59:37.470" v="7" actId="478"/>
          <ac:picMkLst>
            <pc:docMk/>
            <pc:sldMk cId="2939939022" sldId="272"/>
            <ac:picMk id="4" creationId="{9AA1AA44-86E5-F91B-4EE7-4D1FCBE0CAF5}"/>
          </ac:picMkLst>
        </pc:picChg>
        <pc:picChg chg="add del mod">
          <ac:chgData name="Darshan, Vittu Ramadasu" userId="01749a92-25ae-49a0-a923-c0fdb96943bd" providerId="ADAL" clId="{945A6BF3-8134-4032-BD12-AFA685356624}" dt="2025-12-01T00:01:08.479" v="23" actId="478"/>
          <ac:picMkLst>
            <pc:docMk/>
            <pc:sldMk cId="2939939022" sldId="272"/>
            <ac:picMk id="6" creationId="{6A6AEF93-05C7-8130-E530-DF4A250BF145}"/>
          </ac:picMkLst>
        </pc:picChg>
        <pc:picChg chg="add mod">
          <ac:chgData name="Darshan, Vittu Ramadasu" userId="01749a92-25ae-49a0-a923-c0fdb96943bd" providerId="ADAL" clId="{945A6BF3-8134-4032-BD12-AFA685356624}" dt="2025-12-01T00:03:40.513" v="50" actId="27614"/>
          <ac:picMkLst>
            <pc:docMk/>
            <pc:sldMk cId="2939939022" sldId="272"/>
            <ac:picMk id="10" creationId="{8C6FCD61-4556-2510-61E6-EDA5A70285A8}"/>
          </ac:picMkLst>
        </pc:picChg>
        <pc:picChg chg="del">
          <ac:chgData name="Darshan, Vittu Ramadasu" userId="01749a92-25ae-49a0-a923-c0fdb96943bd" providerId="ADAL" clId="{945A6BF3-8134-4032-BD12-AFA685356624}" dt="2025-11-30T23:51:46.634" v="3" actId="478"/>
          <ac:picMkLst>
            <pc:docMk/>
            <pc:sldMk cId="2939939022" sldId="272"/>
            <ac:picMk id="14" creationId="{E669D3CE-4827-94D4-7ADC-0C1F115881AA}"/>
          </ac:picMkLst>
        </pc:picChg>
        <pc:cxnChg chg="add del">
          <ac:chgData name="Darshan, Vittu Ramadasu" userId="01749a92-25ae-49a0-a923-c0fdb96943bd" providerId="ADAL" clId="{945A6BF3-8134-4032-BD12-AFA685356624}" dt="2025-12-01T00:03:16.316" v="36" actId="26606"/>
          <ac:cxnSpMkLst>
            <pc:docMk/>
            <pc:sldMk cId="2939939022" sldId="272"/>
            <ac:cxnSpMk id="18" creationId="{08671CFF-13CE-4046-6B91-44F30DCCF2E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41ACB-6AE5-0965-A646-29CD5A564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 descr="A statue of a horse&#10;&#10;AI-generated content may be incorrect.">
            <a:extLst>
              <a:ext uri="{FF2B5EF4-FFF2-40B4-BE49-F238E27FC236}">
                <a16:creationId xmlns:a16="http://schemas.microsoft.com/office/drawing/2014/main" id="{8C6FCD61-4556-2510-61E6-EDA5A702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1" b="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605399-B186-11FF-3F0F-9189ED1ADECE}"/>
              </a:ext>
            </a:extLst>
          </p:cNvPr>
          <p:cNvSpPr txBox="1"/>
          <p:nvPr/>
        </p:nvSpPr>
        <p:spPr>
          <a:xfrm>
            <a:off x="11353800" y="81153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9939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50137" y="-174299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994970" y="-138782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-499020" y="-891876"/>
            <a:ext cx="2412567" cy="241256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4197230"/>
            <a:ext cx="4053410" cy="4481410"/>
          </a:xfrm>
          <a:custGeom>
            <a:avLst/>
            <a:gdLst/>
            <a:ahLst/>
            <a:cxnLst/>
            <a:rect l="l" t="t" r="r" b="b"/>
            <a:pathLst>
              <a:path w="4053410" h="4481410">
                <a:moveTo>
                  <a:pt x="0" y="0"/>
                </a:moveTo>
                <a:lnTo>
                  <a:pt x="4053410" y="0"/>
                </a:lnTo>
                <a:lnTo>
                  <a:pt x="4053410" y="4481409"/>
                </a:lnTo>
                <a:lnTo>
                  <a:pt x="0" y="4481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6850508" y="4197230"/>
            <a:ext cx="4586985" cy="4481410"/>
          </a:xfrm>
          <a:custGeom>
            <a:avLst/>
            <a:gdLst/>
            <a:ahLst/>
            <a:cxnLst/>
            <a:rect l="l" t="t" r="r" b="b"/>
            <a:pathLst>
              <a:path w="4586985" h="4481410">
                <a:moveTo>
                  <a:pt x="0" y="0"/>
                </a:moveTo>
                <a:lnTo>
                  <a:pt x="4586984" y="0"/>
                </a:lnTo>
                <a:lnTo>
                  <a:pt x="4586984" y="4481409"/>
                </a:lnTo>
                <a:lnTo>
                  <a:pt x="0" y="4481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567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2920469" y="473027"/>
            <a:ext cx="12447062" cy="1898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CHRONIC CARE RAG: DIABETES &amp; HYPERTENSION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955" y="8862120"/>
            <a:ext cx="4986899" cy="39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Lakshman Rajith Rongala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50550" y="8862120"/>
            <a:ext cx="4986899" cy="39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Vittu Ramadasu Darshan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72401" y="8862120"/>
            <a:ext cx="4986899" cy="39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Yogananda Manjunath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889795"/>
            <a:ext cx="4986899" cy="39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1" u="sng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Our Team</a:t>
            </a:r>
          </a:p>
        </p:txBody>
      </p:sp>
      <p:pic>
        <p:nvPicPr>
          <p:cNvPr id="14" name="Picture 13" descr="A person in a suit&#10;&#10;AI-generated content may be incorrect.">
            <a:extLst>
              <a:ext uri="{FF2B5EF4-FFF2-40B4-BE49-F238E27FC236}">
                <a16:creationId xmlns:a16="http://schemas.microsoft.com/office/drawing/2014/main" id="{8C73787D-865C-9810-73FA-133F2212A8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0" y="4197094"/>
            <a:ext cx="4770388" cy="44812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085116" y="1259029"/>
            <a:ext cx="10117768" cy="118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60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16835" y="3747770"/>
            <a:ext cx="4986899" cy="1482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dirty="0"/>
              <a:t>Diabetes + Hypertension are among the most common chronic conditions worldwide.</a:t>
            </a: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923951" y="3747770"/>
            <a:ext cx="4986899" cy="1482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dirty="0"/>
              <a:t>Patients often struggle to find accurate, reliable, evidence-based answers to their questions.</a:t>
            </a: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2377149" y="3804920"/>
            <a:ext cx="840118" cy="84011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83808" y="3804920"/>
            <a:ext cx="840118" cy="84011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427284" y="3955739"/>
            <a:ext cx="73984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33943" y="3955739"/>
            <a:ext cx="73984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02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327014" y="6019529"/>
            <a:ext cx="840118" cy="840118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377149" y="6209308"/>
            <a:ext cx="739848" cy="48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03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883808" y="6058522"/>
            <a:ext cx="840118" cy="840118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933943" y="6228358"/>
            <a:ext cx="739848" cy="48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16835" y="5926065"/>
            <a:ext cx="4986899" cy="1472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Existing chatbots give generic answers without verified sources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19201" y="6001372"/>
            <a:ext cx="4986899" cy="198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dirty="0"/>
              <a:t>Build a Retrieval-Augmented Generation (RAG) system to answer questions using trusted medical sources.</a:t>
            </a: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415729" y="3552724"/>
            <a:ext cx="4003343" cy="4003343"/>
          </a:xfrm>
          <a:custGeom>
            <a:avLst/>
            <a:gdLst/>
            <a:ahLst/>
            <a:cxnLst/>
            <a:rect l="l" t="t" r="r" b="b"/>
            <a:pathLst>
              <a:path w="4003343" h="4003343">
                <a:moveTo>
                  <a:pt x="0" y="0"/>
                </a:moveTo>
                <a:lnTo>
                  <a:pt x="4003343" y="0"/>
                </a:lnTo>
                <a:lnTo>
                  <a:pt x="4003343" y="4003343"/>
                </a:lnTo>
                <a:lnTo>
                  <a:pt x="0" y="4003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4870599" y="1230454"/>
            <a:ext cx="8546802" cy="1543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OBJECTIVE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00975" y="3827961"/>
            <a:ext cx="7279746" cy="3452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Build a RAG system for diabetes &amp; hypertension guideline</a:t>
            </a: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 open-source LLMs(</a:t>
            </a:r>
            <a:r>
              <a:rPr lang="en-IN" sz="2000" dirty="0"/>
              <a:t>DistilGPT2, GPT2-Medium, GPT2-Large</a:t>
            </a:r>
            <a:r>
              <a:rPr lang="en-US" sz="2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Compare:</a:t>
            </a:r>
          </a:p>
          <a:p>
            <a:pPr marL="914400" lvl="1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Baseline (no RAG)</a:t>
            </a:r>
          </a:p>
          <a:p>
            <a:pPr marL="914400" lvl="1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RAG answers (with retrieved context)</a:t>
            </a:r>
          </a:p>
          <a:p>
            <a:pPr marL="457200" indent="-457200" algn="l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Evaluate </a:t>
            </a:r>
            <a:r>
              <a:rPr lang="en-US" sz="2000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groundedness</a:t>
            </a:r>
            <a:r>
              <a:rPr lang="en-US" sz="2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correctness, and hallucinations</a:t>
            </a:r>
          </a:p>
          <a:p>
            <a:pPr marL="457200" indent="-457200" algn="l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Analyze performance across 3 model sizes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085116" y="1259029"/>
            <a:ext cx="10117768" cy="1224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6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DATASET/CORPUS</a:t>
            </a:r>
          </a:p>
        </p:txBody>
      </p:sp>
      <p:sp>
        <p:nvSpPr>
          <p:cNvPr id="6" name="Freeform 6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0BFB1D1-924B-F086-EA04-1FA62586F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41483"/>
              </p:ext>
            </p:extLst>
          </p:nvPr>
        </p:nvGraphicFramePr>
        <p:xfrm>
          <a:off x="3048000" y="3086100"/>
          <a:ext cx="12649200" cy="530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24600">
                  <a:extLst>
                    <a:ext uri="{9D8B030D-6E8A-4147-A177-3AD203B41FA5}">
                      <a16:colId xmlns:a16="http://schemas.microsoft.com/office/drawing/2014/main" val="2104841049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3303863158"/>
                    </a:ext>
                  </a:extLst>
                </a:gridCol>
              </a:tblGrid>
              <a:tr h="446857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Source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Preprocessing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843041"/>
                  </a:ext>
                </a:extLst>
              </a:tr>
              <a:tr h="176294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Peer-reviewed articles (PubMed, PMC)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28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Diabetes–Hypertension comorbidity papers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28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Clinical guidelines text files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28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Manually created CSV with title, source and category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28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Converted PDF → text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8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Cleaned special characters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28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Built chunked corpus (150–250 tokens per chunk)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28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6274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028700" y="51435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1702233" y="5010436"/>
            <a:ext cx="266129" cy="26612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870598" y="1618611"/>
            <a:ext cx="9531201" cy="7816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ARCHITECTURE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604470" y="5010436"/>
            <a:ext cx="266129" cy="26612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739468" y="5010436"/>
            <a:ext cx="266129" cy="26612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644021" y="5010436"/>
            <a:ext cx="266129" cy="26612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548575" y="5010436"/>
            <a:ext cx="266129" cy="266129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95951" y="4257818"/>
            <a:ext cx="1278693" cy="32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User Query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28189" y="5590889"/>
            <a:ext cx="2618692" cy="32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Retriever (Embeddings)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90426" y="4257818"/>
            <a:ext cx="2564213" cy="32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Top-k Relevant Chunks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04378" y="5590889"/>
            <a:ext cx="1945416" cy="32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Prompt Builder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79712" y="4091103"/>
            <a:ext cx="3803856" cy="32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LLM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6230600" y="5010436"/>
            <a:ext cx="266129" cy="266129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5547363" y="5590889"/>
            <a:ext cx="1632604" cy="32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Final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10E6F-F4AD-4D27-8030-6D05B8741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4F3FDD-0DCD-3952-1FB8-AE7D3D7CE1A6}"/>
              </a:ext>
            </a:extLst>
          </p:cNvPr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2F9439D-7894-8B03-85D6-7A043D75EB79}"/>
              </a:ext>
            </a:extLst>
          </p:cNvPr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7062BCC-3D26-F7DE-FE16-77BA7C236B50}"/>
              </a:ext>
            </a:extLst>
          </p:cNvPr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D759E5E-6105-786D-3C88-9456A53F058F}"/>
              </a:ext>
            </a:extLst>
          </p:cNvPr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61E19FC-D565-73C6-06A9-0A937339F7D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41CA333-CB15-81EB-8AD1-850AEC3351D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93769C7-F5C0-8C86-FCAA-CE7378DEE1A3}"/>
              </a:ext>
            </a:extLst>
          </p:cNvPr>
          <p:cNvSpPr txBox="1"/>
          <p:nvPr/>
        </p:nvSpPr>
        <p:spPr>
          <a:xfrm>
            <a:off x="5687159" y="129599"/>
            <a:ext cx="8546802" cy="1337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44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 1 – DistilGPT2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5B8466D-C846-ABCE-1983-D1500AC70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812149"/>
              </p:ext>
            </p:extLst>
          </p:nvPr>
        </p:nvGraphicFramePr>
        <p:xfrm>
          <a:off x="5032520" y="2206261"/>
          <a:ext cx="10512280" cy="7168674"/>
        </p:xfrm>
        <a:graphic>
          <a:graphicData uri="http://schemas.openxmlformats.org/drawingml/2006/table">
            <a:tbl>
              <a:tblPr/>
              <a:tblGrid>
                <a:gridCol w="2628070">
                  <a:extLst>
                    <a:ext uri="{9D8B030D-6E8A-4147-A177-3AD203B41FA5}">
                      <a16:colId xmlns:a16="http://schemas.microsoft.com/office/drawing/2014/main" val="2057777652"/>
                    </a:ext>
                  </a:extLst>
                </a:gridCol>
                <a:gridCol w="2628070">
                  <a:extLst>
                    <a:ext uri="{9D8B030D-6E8A-4147-A177-3AD203B41FA5}">
                      <a16:colId xmlns:a16="http://schemas.microsoft.com/office/drawing/2014/main" val="3707084452"/>
                    </a:ext>
                  </a:extLst>
                </a:gridCol>
                <a:gridCol w="2628070">
                  <a:extLst>
                    <a:ext uri="{9D8B030D-6E8A-4147-A177-3AD203B41FA5}">
                      <a16:colId xmlns:a16="http://schemas.microsoft.com/office/drawing/2014/main" val="552323724"/>
                    </a:ext>
                  </a:extLst>
                </a:gridCol>
                <a:gridCol w="2628070">
                  <a:extLst>
                    <a:ext uri="{9D8B030D-6E8A-4147-A177-3AD203B41FA5}">
                      <a16:colId xmlns:a16="http://schemas.microsoft.com/office/drawing/2014/main" val="3932667058"/>
                    </a:ext>
                  </a:extLst>
                </a:gridCol>
              </a:tblGrid>
              <a:tr h="5514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Question</a:t>
                      </a:r>
                      <a:endParaRPr lang="en-IN" sz="20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Baseline</a:t>
                      </a:r>
                      <a:endParaRPr lang="en-IN" sz="20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RAG</a:t>
                      </a:r>
                      <a:endParaRPr lang="en-IN" sz="20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Notes</a:t>
                      </a:r>
                      <a:endParaRPr lang="en-IN" sz="20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681100"/>
                  </a:ext>
                </a:extLst>
              </a:tr>
              <a:tr h="2205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Q1: Health risks (diabetes + hypertension)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Incorrect / Hallucinated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 correct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Baseline loops and gives nonsense; RAG uses medical info but doesn’t clearly list risks.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486475"/>
                  </a:ext>
                </a:extLst>
              </a:tr>
              <a:tr h="1792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Q2: Effect of high BP on kidneys in diabetes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Incorrect / Off-topic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 correct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Baseline rambles; RAG pulls from correct article but answer incomplete.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62874"/>
                  </a:ext>
                </a:extLst>
              </a:tr>
              <a:tr h="2619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Q3: Why regular monitoring is important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Incorrect / Hallucinated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Mostly correct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Baseline talks about 'systematic review'; RAG explains organ damage and importance of monitoring.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035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706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34732-278C-BC66-C070-A0DF6C841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14B283-BBA3-FF9A-A3AE-523675420E08}"/>
              </a:ext>
            </a:extLst>
          </p:cNvPr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F8942FD-CC63-D267-90C0-9F81344A913C}"/>
              </a:ext>
            </a:extLst>
          </p:cNvPr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2CF735D-6A81-E9D1-4701-FA508E48A295}"/>
              </a:ext>
            </a:extLst>
          </p:cNvPr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5D8BE0DF-4E2A-FEEB-CD2B-E1AE477D04B4}"/>
              </a:ext>
            </a:extLst>
          </p:cNvPr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AEF046F-FE24-05AC-D82E-3822320B55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5CA5FC9-0420-DFE4-263A-36FD28259C4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613BE59-34A3-0CC8-92FF-619D8B38360D}"/>
              </a:ext>
            </a:extLst>
          </p:cNvPr>
          <p:cNvSpPr txBox="1"/>
          <p:nvPr/>
        </p:nvSpPr>
        <p:spPr>
          <a:xfrm>
            <a:off x="5687159" y="129599"/>
            <a:ext cx="8546802" cy="1337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44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 2 – GPT-2 Medium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75BBD4-24D1-B138-317D-37EE54FD5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508145"/>
              </p:ext>
            </p:extLst>
          </p:nvPr>
        </p:nvGraphicFramePr>
        <p:xfrm>
          <a:off x="4397960" y="2500671"/>
          <a:ext cx="11125200" cy="6605228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347487184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353110748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1609876965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25498388"/>
                    </a:ext>
                  </a:extLst>
                </a:gridCol>
              </a:tblGrid>
              <a:tr h="883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Baseline (No RAG)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RAG (With Context)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546060"/>
                  </a:ext>
                </a:extLst>
              </a:tr>
              <a:tr h="1651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Q1: Health risks when diabetes &amp; hypertension occur together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 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 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Both mention real risks but are noisy and unclear.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522603"/>
                  </a:ext>
                </a:extLst>
              </a:tr>
              <a:tr h="1651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Q2: Effect of high blood pressure on kidneys in diabetes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 correct / off-target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 correct / off-target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Talks about diabetes/BP but doesn’t explain kidney damage.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277489"/>
                  </a:ext>
                </a:extLst>
              </a:tr>
              <a:tr h="241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Q3: Why regular monitoring is important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Mostly 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Incorrect / Confusing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Baseline explains monitoring well; RAG output becomes repetitive and unclear.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556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897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448CC-9FB4-7512-4C9A-7ED368A8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1600D4-56E8-D0C4-513F-A2806D814C89}"/>
              </a:ext>
            </a:extLst>
          </p:cNvPr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8482282-0035-2153-D2EF-AC1B8D94965E}"/>
              </a:ext>
            </a:extLst>
          </p:cNvPr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8A27CE1-9CC0-10EE-6D95-E83327D93DF9}"/>
              </a:ext>
            </a:extLst>
          </p:cNvPr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1F18529A-8098-BC49-0D07-C23E1559A135}"/>
              </a:ext>
            </a:extLst>
          </p:cNvPr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962EAF5-B1E1-BCB7-885B-CB90AF3049D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94B3103-498F-103E-E87A-20F560BA380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E60B10C-207D-DEB1-452A-658FFB08E013}"/>
              </a:ext>
            </a:extLst>
          </p:cNvPr>
          <p:cNvSpPr txBox="1"/>
          <p:nvPr/>
        </p:nvSpPr>
        <p:spPr>
          <a:xfrm>
            <a:off x="5687159" y="129599"/>
            <a:ext cx="8546802" cy="1337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44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 3 – GPT-2 Large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77837B-469E-4986-E747-7DA1F91C6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369360"/>
              </p:ext>
            </p:extLst>
          </p:nvPr>
        </p:nvGraphicFramePr>
        <p:xfrm>
          <a:off x="4664660" y="2500671"/>
          <a:ext cx="10591800" cy="6713397"/>
        </p:xfrm>
        <a:graphic>
          <a:graphicData uri="http://schemas.openxmlformats.org/drawingml/2006/table">
            <a:tbl>
              <a:tblPr/>
              <a:tblGrid>
                <a:gridCol w="2647950">
                  <a:extLst>
                    <a:ext uri="{9D8B030D-6E8A-4147-A177-3AD203B41FA5}">
                      <a16:colId xmlns:a16="http://schemas.microsoft.com/office/drawing/2014/main" val="2835273540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538396485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132015784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660420937"/>
                    </a:ext>
                  </a:extLst>
                </a:gridCol>
              </a:tblGrid>
              <a:tr h="508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Question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Baseline (No RAG)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RAG (With Context)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Notes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212552"/>
                  </a:ext>
                </a:extLst>
              </a:tr>
              <a:tr h="181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Q1: Health risks when diabetes &amp; hypertension occur together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 correct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 correct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Both mention general T2D risks but still fail to clearly list combined complications.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119278"/>
                  </a:ext>
                </a:extLst>
              </a:tr>
              <a:tr h="1817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Q2: Effect of high blood pressure on kidneys in diabetes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Mostly correct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 correct / Off-target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Baseline explains kidney damage; RAG talks more about insulin resistance than kidneys.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008426"/>
                  </a:ext>
                </a:extLst>
              </a:tr>
              <a:tr h="2569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Q3: Why regular monitoring is important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Partially–Mostly correct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Mostly correct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Both link monitoring to risk detection; RAG gives clearer explanation for treatment and complications.</a:t>
                      </a:r>
                    </a:p>
                  </a:txBody>
                  <a:tcPr marL="70718" marR="70718" marT="35359" marB="353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937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320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1BAE9-A8D9-4483-DF04-CE768E63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1A3776-BF59-F1CF-A8EC-1F5D414C0185}"/>
              </a:ext>
            </a:extLst>
          </p:cNvPr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49AF1DC-6A26-C733-FF06-8815C257548B}"/>
              </a:ext>
            </a:extLst>
          </p:cNvPr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C5B68D1-4B9A-FACC-4359-A3D86A1D33CB}"/>
              </a:ext>
            </a:extLst>
          </p:cNvPr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2AF049B8-AAF9-EA93-07F5-13773B18154C}"/>
              </a:ext>
            </a:extLst>
          </p:cNvPr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637D725-07AC-0D68-049A-EECDE5988F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0D45F9B-160D-3FB5-B6D6-9C8560962C5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EA926F6-20C2-85AC-3C2D-270A31EB26F3}"/>
              </a:ext>
            </a:extLst>
          </p:cNvPr>
          <p:cNvSpPr txBox="1"/>
          <p:nvPr/>
        </p:nvSpPr>
        <p:spPr>
          <a:xfrm>
            <a:off x="5687159" y="129599"/>
            <a:ext cx="8546802" cy="1337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44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COMPARATIVE STUDY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3CBE89-8D12-AE21-3A40-5CAE31E46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841345"/>
              </p:ext>
            </p:extLst>
          </p:nvPr>
        </p:nvGraphicFramePr>
        <p:xfrm>
          <a:off x="4419600" y="2921068"/>
          <a:ext cx="11751260" cy="4444864"/>
        </p:xfrm>
        <a:graphic>
          <a:graphicData uri="http://schemas.openxmlformats.org/drawingml/2006/table">
            <a:tbl>
              <a:tblPr/>
              <a:tblGrid>
                <a:gridCol w="3500116">
                  <a:extLst>
                    <a:ext uri="{9D8B030D-6E8A-4147-A177-3AD203B41FA5}">
                      <a16:colId xmlns:a16="http://schemas.microsoft.com/office/drawing/2014/main" val="327632418"/>
                    </a:ext>
                  </a:extLst>
                </a:gridCol>
                <a:gridCol w="2375514">
                  <a:extLst>
                    <a:ext uri="{9D8B030D-6E8A-4147-A177-3AD203B41FA5}">
                      <a16:colId xmlns:a16="http://schemas.microsoft.com/office/drawing/2014/main" val="3732963149"/>
                    </a:ext>
                  </a:extLst>
                </a:gridCol>
                <a:gridCol w="2937815">
                  <a:extLst>
                    <a:ext uri="{9D8B030D-6E8A-4147-A177-3AD203B41FA5}">
                      <a16:colId xmlns:a16="http://schemas.microsoft.com/office/drawing/2014/main" val="2164140868"/>
                    </a:ext>
                  </a:extLst>
                </a:gridCol>
                <a:gridCol w="2937815">
                  <a:extLst>
                    <a:ext uri="{9D8B030D-6E8A-4147-A177-3AD203B41FA5}">
                      <a16:colId xmlns:a16="http://schemas.microsoft.com/office/drawing/2014/main" val="440397423"/>
                    </a:ext>
                  </a:extLst>
                </a:gridCol>
              </a:tblGrid>
              <a:tr h="711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Overall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73851"/>
                  </a:ext>
                </a:extLst>
              </a:tr>
              <a:tr h="1244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Model 1 – DistilGPT-2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Hallucinated / Off-topic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 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352896"/>
                  </a:ext>
                </a:extLst>
              </a:tr>
              <a:tr h="1244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Model 2 – GPT-2 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Partially 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Inconsistent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845332"/>
                  </a:ext>
                </a:extLst>
              </a:tr>
              <a:tr h="1244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Model 3 – GPT-2 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Mostly 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Mostly 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93331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5449B62-4DCF-D4C1-B338-21BBDD0BF30E}"/>
              </a:ext>
            </a:extLst>
          </p:cNvPr>
          <p:cNvSpPr txBox="1"/>
          <p:nvPr/>
        </p:nvSpPr>
        <p:spPr>
          <a:xfrm>
            <a:off x="3102589" y="8039100"/>
            <a:ext cx="137159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model size increased, both baseline and RAG answers improved, but none reached medically reliable accuracy</a:t>
            </a:r>
          </a:p>
        </p:txBody>
      </p:sp>
    </p:spTree>
    <p:extLst>
      <p:ext uri="{BB962C8B-B14F-4D97-AF65-F5344CB8AC3E}">
        <p14:creationId xmlns:p14="http://schemas.microsoft.com/office/powerpoint/2010/main" val="730580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819400" y="2500671"/>
            <a:ext cx="3221448" cy="3317441"/>
          </a:xfrm>
          <a:custGeom>
            <a:avLst/>
            <a:gdLst/>
            <a:ahLst/>
            <a:cxnLst/>
            <a:rect l="l" t="t" r="r" b="b"/>
            <a:pathLst>
              <a:path w="2859942" h="2962275">
                <a:moveTo>
                  <a:pt x="0" y="0"/>
                </a:moveTo>
                <a:lnTo>
                  <a:pt x="2859942" y="0"/>
                </a:lnTo>
                <a:lnTo>
                  <a:pt x="2859942" y="2962275"/>
                </a:lnTo>
                <a:lnTo>
                  <a:pt x="0" y="2962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4364747" y="723900"/>
            <a:ext cx="9558507" cy="1349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48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CHALLENGES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34768" y="3417842"/>
            <a:ext cx="2487508" cy="148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Limited Medical Understanding</a:t>
            </a:r>
          </a:p>
        </p:txBody>
      </p:sp>
      <p:sp>
        <p:nvSpPr>
          <p:cNvPr id="22" name="Freeform 11">
            <a:extLst>
              <a:ext uri="{FF2B5EF4-FFF2-40B4-BE49-F238E27FC236}">
                <a16:creationId xmlns:a16="http://schemas.microsoft.com/office/drawing/2014/main" id="{4260F993-A03C-3E1E-7843-AF0E3A290394}"/>
              </a:ext>
            </a:extLst>
          </p:cNvPr>
          <p:cNvSpPr/>
          <p:nvPr/>
        </p:nvSpPr>
        <p:spPr>
          <a:xfrm>
            <a:off x="7339789" y="2496493"/>
            <a:ext cx="3221448" cy="3317441"/>
          </a:xfrm>
          <a:custGeom>
            <a:avLst/>
            <a:gdLst/>
            <a:ahLst/>
            <a:cxnLst/>
            <a:rect l="l" t="t" r="r" b="b"/>
            <a:pathLst>
              <a:path w="2859942" h="2962275">
                <a:moveTo>
                  <a:pt x="0" y="0"/>
                </a:moveTo>
                <a:lnTo>
                  <a:pt x="2859942" y="0"/>
                </a:lnTo>
                <a:lnTo>
                  <a:pt x="2859942" y="2962275"/>
                </a:lnTo>
                <a:lnTo>
                  <a:pt x="0" y="2962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85B36E04-5459-C829-F9E6-7B2356F5ABD6}"/>
              </a:ext>
            </a:extLst>
          </p:cNvPr>
          <p:cNvSpPr txBox="1"/>
          <p:nvPr/>
        </p:nvSpPr>
        <p:spPr>
          <a:xfrm>
            <a:off x="7655157" y="3413664"/>
            <a:ext cx="2487508" cy="148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Hallucinations in baseline models</a:t>
            </a:r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1DA9D124-FCE8-B289-6707-33128C38DEEF}"/>
              </a:ext>
            </a:extLst>
          </p:cNvPr>
          <p:cNvSpPr/>
          <p:nvPr/>
        </p:nvSpPr>
        <p:spPr>
          <a:xfrm>
            <a:off x="12247152" y="2476500"/>
            <a:ext cx="3221448" cy="3317441"/>
          </a:xfrm>
          <a:custGeom>
            <a:avLst/>
            <a:gdLst/>
            <a:ahLst/>
            <a:cxnLst/>
            <a:rect l="l" t="t" r="r" b="b"/>
            <a:pathLst>
              <a:path w="2859942" h="2962275">
                <a:moveTo>
                  <a:pt x="0" y="0"/>
                </a:moveTo>
                <a:lnTo>
                  <a:pt x="2859942" y="0"/>
                </a:lnTo>
                <a:lnTo>
                  <a:pt x="2859942" y="2962275"/>
                </a:lnTo>
                <a:lnTo>
                  <a:pt x="0" y="2962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CECF2187-D477-7AD3-1A15-38D6630BD86A}"/>
              </a:ext>
            </a:extLst>
          </p:cNvPr>
          <p:cNvSpPr txBox="1"/>
          <p:nvPr/>
        </p:nvSpPr>
        <p:spPr>
          <a:xfrm>
            <a:off x="12562520" y="3393671"/>
            <a:ext cx="2487508" cy="148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Context mismatch during retrieval</a:t>
            </a:r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CADD01C7-2226-C786-AE19-FD3232695A98}"/>
              </a:ext>
            </a:extLst>
          </p:cNvPr>
          <p:cNvSpPr/>
          <p:nvPr/>
        </p:nvSpPr>
        <p:spPr>
          <a:xfrm>
            <a:off x="4703352" y="6169459"/>
            <a:ext cx="3221448" cy="3317441"/>
          </a:xfrm>
          <a:custGeom>
            <a:avLst/>
            <a:gdLst/>
            <a:ahLst/>
            <a:cxnLst/>
            <a:rect l="l" t="t" r="r" b="b"/>
            <a:pathLst>
              <a:path w="2859942" h="2962275">
                <a:moveTo>
                  <a:pt x="0" y="0"/>
                </a:moveTo>
                <a:lnTo>
                  <a:pt x="2859942" y="0"/>
                </a:lnTo>
                <a:lnTo>
                  <a:pt x="2859942" y="2962275"/>
                </a:lnTo>
                <a:lnTo>
                  <a:pt x="0" y="2962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3613F846-3916-4819-D1D5-F716AA74AA1F}"/>
              </a:ext>
            </a:extLst>
          </p:cNvPr>
          <p:cNvSpPr txBox="1"/>
          <p:nvPr/>
        </p:nvSpPr>
        <p:spPr>
          <a:xfrm>
            <a:off x="5018720" y="7086630"/>
            <a:ext cx="2487508" cy="148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Insufficient depth in answers</a:t>
            </a:r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30F2426D-45C0-064A-052E-DFFCD1C34302}"/>
              </a:ext>
            </a:extLst>
          </p:cNvPr>
          <p:cNvSpPr/>
          <p:nvPr/>
        </p:nvSpPr>
        <p:spPr>
          <a:xfrm>
            <a:off x="9808752" y="6245659"/>
            <a:ext cx="3221448" cy="3317441"/>
          </a:xfrm>
          <a:custGeom>
            <a:avLst/>
            <a:gdLst/>
            <a:ahLst/>
            <a:cxnLst/>
            <a:rect l="l" t="t" r="r" b="b"/>
            <a:pathLst>
              <a:path w="2859942" h="2962275">
                <a:moveTo>
                  <a:pt x="0" y="0"/>
                </a:moveTo>
                <a:lnTo>
                  <a:pt x="2859942" y="0"/>
                </a:lnTo>
                <a:lnTo>
                  <a:pt x="2859942" y="2962275"/>
                </a:lnTo>
                <a:lnTo>
                  <a:pt x="0" y="2962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7B26BCFC-E9C2-4781-8A10-513115C5B7B1}"/>
              </a:ext>
            </a:extLst>
          </p:cNvPr>
          <p:cNvSpPr txBox="1"/>
          <p:nvPr/>
        </p:nvSpPr>
        <p:spPr>
          <a:xfrm>
            <a:off x="10124120" y="7162830"/>
            <a:ext cx="2487508" cy="148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Computation and memory limits on Colab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46E02E-E673-C98E-8D38-BCBE7181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36EAF7-4F58-68FE-93F6-4C50257BCBA9}"/>
              </a:ext>
            </a:extLst>
          </p:cNvPr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3D57687-6C33-42B4-AFE2-F3BCE4C1A41D}"/>
              </a:ext>
            </a:extLst>
          </p:cNvPr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152957F-8F5E-B783-0AC2-C23618AE46AF}"/>
              </a:ext>
            </a:extLst>
          </p:cNvPr>
          <p:cNvSpPr txBox="1"/>
          <p:nvPr/>
        </p:nvSpPr>
        <p:spPr>
          <a:xfrm>
            <a:off x="4085116" y="1259029"/>
            <a:ext cx="10117768" cy="118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6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IMPROVEMENTS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F24A0C7-2648-8BD3-09B2-3FE3BDBB8799}"/>
              </a:ext>
            </a:extLst>
          </p:cNvPr>
          <p:cNvSpPr txBox="1"/>
          <p:nvPr/>
        </p:nvSpPr>
        <p:spPr>
          <a:xfrm>
            <a:off x="3416835" y="3747770"/>
            <a:ext cx="5346165" cy="1482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dirty="0"/>
              <a:t>Use medically trained models like </a:t>
            </a:r>
            <a:r>
              <a:rPr lang="en-US" sz="2800" dirty="0" err="1"/>
              <a:t>BioGPT</a:t>
            </a:r>
            <a:r>
              <a:rPr lang="en-US" sz="2800" dirty="0"/>
              <a:t>, </a:t>
            </a:r>
            <a:r>
              <a:rPr lang="en-US" sz="2800" dirty="0" err="1"/>
              <a:t>Meditron</a:t>
            </a:r>
            <a:r>
              <a:rPr lang="en-US" sz="2800" dirty="0"/>
              <a:t>, or </a:t>
            </a:r>
            <a:r>
              <a:rPr lang="en-US" sz="2800" dirty="0" err="1"/>
              <a:t>ClinicalBERT</a:t>
            </a:r>
            <a:r>
              <a:rPr lang="en-US" sz="2800" dirty="0"/>
              <a:t> for more accurate clinical reasoning.</a:t>
            </a:r>
            <a:endParaRPr lang="en-US" sz="28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FD7E6A2-570F-00CA-E11B-8CAD6D2F289A}"/>
              </a:ext>
            </a:extLst>
          </p:cNvPr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3180FBA-6D10-BB30-DFE2-6768CD4A3242}"/>
              </a:ext>
            </a:extLst>
          </p:cNvPr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97B4DA5-F2DA-DB63-069A-E20F5C21C6D1}"/>
              </a:ext>
            </a:extLst>
          </p:cNvPr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B329013-2D3A-4B23-DA8E-DDA29181E3E0}"/>
              </a:ext>
            </a:extLst>
          </p:cNvPr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2546A3D-3B6F-279A-F84C-3E8283BEF8B8}"/>
              </a:ext>
            </a:extLst>
          </p:cNvPr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9184520-3349-9DD3-1E8E-D88C151E1F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67772ED-D960-4091-AF24-1540BD9F7B8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AB6B79EA-47B4-4822-C1EA-2486B9201FFA}"/>
              </a:ext>
            </a:extLst>
          </p:cNvPr>
          <p:cNvSpPr txBox="1"/>
          <p:nvPr/>
        </p:nvSpPr>
        <p:spPr>
          <a:xfrm>
            <a:off x="10923951" y="3747770"/>
            <a:ext cx="4986899" cy="1482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dirty="0"/>
              <a:t>Expand the evaluation dataset beyond 3 questions to include broader medical scenarios.</a:t>
            </a: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0C5CBB6-8AAB-4F56-6146-D26E7F753DCE}"/>
              </a:ext>
            </a:extLst>
          </p:cNvPr>
          <p:cNvGrpSpPr/>
          <p:nvPr/>
        </p:nvGrpSpPr>
        <p:grpSpPr>
          <a:xfrm>
            <a:off x="2377149" y="3804920"/>
            <a:ext cx="840118" cy="840118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71A8AE7-2148-1AB5-C730-84F407908D7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3BA6927A-475D-8068-46C9-C961A7E4209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A6A5E47-EB59-CF88-D69C-D547E2F57472}"/>
              </a:ext>
            </a:extLst>
          </p:cNvPr>
          <p:cNvGrpSpPr/>
          <p:nvPr/>
        </p:nvGrpSpPr>
        <p:grpSpPr>
          <a:xfrm>
            <a:off x="9883808" y="3804920"/>
            <a:ext cx="840118" cy="840118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E0C272C-65ED-CB1B-3B3C-49B272B50B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372AA0A-B19B-53A5-1D00-9BFDE3A9C33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0A7FA1C8-3624-0ABF-D5AE-8695B550527A}"/>
              </a:ext>
            </a:extLst>
          </p:cNvPr>
          <p:cNvSpPr txBox="1"/>
          <p:nvPr/>
        </p:nvSpPr>
        <p:spPr>
          <a:xfrm>
            <a:off x="2427284" y="3955739"/>
            <a:ext cx="73984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01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0B8E092-2516-644C-221D-57018139BE30}"/>
              </a:ext>
            </a:extLst>
          </p:cNvPr>
          <p:cNvSpPr txBox="1"/>
          <p:nvPr/>
        </p:nvSpPr>
        <p:spPr>
          <a:xfrm>
            <a:off x="9933943" y="3955739"/>
            <a:ext cx="73984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02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328ED89-ACCA-445F-9883-149301DD0E24}"/>
              </a:ext>
            </a:extLst>
          </p:cNvPr>
          <p:cNvGrpSpPr/>
          <p:nvPr/>
        </p:nvGrpSpPr>
        <p:grpSpPr>
          <a:xfrm>
            <a:off x="2327014" y="6019529"/>
            <a:ext cx="840118" cy="840118"/>
            <a:chOff x="0" y="0"/>
            <a:chExt cx="812800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7A545DF-B10C-E8D2-3A64-C8CA809878D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7D5368B-71AD-6F37-90BF-4710AE153CE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68FA8A02-3521-BCE3-E55C-90C71FC1DD61}"/>
              </a:ext>
            </a:extLst>
          </p:cNvPr>
          <p:cNvSpPr txBox="1"/>
          <p:nvPr/>
        </p:nvSpPr>
        <p:spPr>
          <a:xfrm>
            <a:off x="2377149" y="6209308"/>
            <a:ext cx="739848" cy="48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03</a:t>
            </a: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FAA5DF54-5FF5-64FC-A96F-71F05194FB27}"/>
              </a:ext>
            </a:extLst>
          </p:cNvPr>
          <p:cNvGrpSpPr/>
          <p:nvPr/>
        </p:nvGrpSpPr>
        <p:grpSpPr>
          <a:xfrm>
            <a:off x="9883808" y="6058522"/>
            <a:ext cx="840118" cy="840118"/>
            <a:chOff x="0" y="0"/>
            <a:chExt cx="812800" cy="812800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D558B456-8BCA-DCC6-E88E-460C0DBF38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8D9E5EE-ACD8-CC18-03A0-20FB83DA217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350A20A9-4B76-B630-3974-674340111F85}"/>
              </a:ext>
            </a:extLst>
          </p:cNvPr>
          <p:cNvSpPr txBox="1"/>
          <p:nvPr/>
        </p:nvSpPr>
        <p:spPr>
          <a:xfrm>
            <a:off x="9933943" y="6228358"/>
            <a:ext cx="739848" cy="48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04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F1E1476-D195-AE25-DC8E-064ED6D9C97B}"/>
              </a:ext>
            </a:extLst>
          </p:cNvPr>
          <p:cNvSpPr txBox="1"/>
          <p:nvPr/>
        </p:nvSpPr>
        <p:spPr>
          <a:xfrm>
            <a:off x="3416835" y="5926065"/>
            <a:ext cx="4986899" cy="198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dirty="0"/>
              <a:t>Improve chunking and retrieval using better segmentation, embeddings, or domain-specific vector indexes.</a:t>
            </a: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50312FF-F049-C5F3-968C-434D6532D50C}"/>
              </a:ext>
            </a:extLst>
          </p:cNvPr>
          <p:cNvSpPr txBox="1"/>
          <p:nvPr/>
        </p:nvSpPr>
        <p:spPr>
          <a:xfrm>
            <a:off x="11019201" y="6001372"/>
            <a:ext cx="4986899" cy="1482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dirty="0"/>
              <a:t>Add automatic evaluation metrics such as BLEU, ROUGE, or medical accuracy scoring.</a:t>
            </a: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469187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09459-2CCC-F46D-16D9-A36CADA5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CB595F-F0E5-89C3-06F6-F5E845DD8AEB}"/>
              </a:ext>
            </a:extLst>
          </p:cNvPr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3541C1-9FDC-1742-803F-A27103A5AF61}"/>
              </a:ext>
            </a:extLst>
          </p:cNvPr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AB5CE5D-7B3C-F84F-D9D0-8D0E0874CDEA}"/>
              </a:ext>
            </a:extLst>
          </p:cNvPr>
          <p:cNvSpPr txBox="1"/>
          <p:nvPr/>
        </p:nvSpPr>
        <p:spPr>
          <a:xfrm>
            <a:off x="4085116" y="1259029"/>
            <a:ext cx="10117768" cy="118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6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CD24E57-AC4C-34EE-DB68-F8D864331652}"/>
              </a:ext>
            </a:extLst>
          </p:cNvPr>
          <p:cNvSpPr txBox="1"/>
          <p:nvPr/>
        </p:nvSpPr>
        <p:spPr>
          <a:xfrm>
            <a:off x="3416835" y="3747770"/>
            <a:ext cx="5727165" cy="1982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dirty="0"/>
              <a:t>The project demonstrates how Retrieval-Augmented Generation can improve answer quality compared to baseline LLM outputs.</a:t>
            </a:r>
            <a:endParaRPr lang="en-US" sz="28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CE151E4-325C-9F3C-ED2E-9C3396717475}"/>
              </a:ext>
            </a:extLst>
          </p:cNvPr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1E4EC89-98F3-C80D-B119-44B35026769C}"/>
              </a:ext>
            </a:extLst>
          </p:cNvPr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73E583C-175E-16EA-77EA-C0954F7DDA31}"/>
              </a:ext>
            </a:extLst>
          </p:cNvPr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1F822FD-A580-30D6-F005-B7857EE64C11}"/>
              </a:ext>
            </a:extLst>
          </p:cNvPr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4263954-24F6-9108-A03F-B8E255DB827B}"/>
              </a:ext>
            </a:extLst>
          </p:cNvPr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5F01E08-A27C-AFD8-A9E9-D01BCC292B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D4BD6C5-B12B-FCA5-065C-7FCC473FBD3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E721EB74-D360-B631-FC01-1A427A8524F4}"/>
              </a:ext>
            </a:extLst>
          </p:cNvPr>
          <p:cNvSpPr txBox="1"/>
          <p:nvPr/>
        </p:nvSpPr>
        <p:spPr>
          <a:xfrm>
            <a:off x="10923951" y="3747770"/>
            <a:ext cx="5346165" cy="1482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dirty="0"/>
              <a:t>RAG reduced hallucinations but performance still depended heavily on model size and training data.</a:t>
            </a: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8A5130D-3C46-7201-F81F-CD9E377CDD15}"/>
              </a:ext>
            </a:extLst>
          </p:cNvPr>
          <p:cNvGrpSpPr/>
          <p:nvPr/>
        </p:nvGrpSpPr>
        <p:grpSpPr>
          <a:xfrm>
            <a:off x="2377149" y="3804920"/>
            <a:ext cx="840118" cy="840118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830CB210-D131-C91F-15FA-5EACBD735CC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6E50F913-97F4-1AB6-B950-FEAA176F956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7904D99-87E7-ADE4-E593-A7960783C8E7}"/>
              </a:ext>
            </a:extLst>
          </p:cNvPr>
          <p:cNvGrpSpPr/>
          <p:nvPr/>
        </p:nvGrpSpPr>
        <p:grpSpPr>
          <a:xfrm>
            <a:off x="9883808" y="3804920"/>
            <a:ext cx="840118" cy="840118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1725400-7DC8-2BC5-AA72-E553BD30E5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D0143ECB-A3E7-F662-322A-C4DEAEAE06A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4D25EF04-0E14-719B-0456-D121DFD4DBCA}"/>
              </a:ext>
            </a:extLst>
          </p:cNvPr>
          <p:cNvSpPr txBox="1"/>
          <p:nvPr/>
        </p:nvSpPr>
        <p:spPr>
          <a:xfrm>
            <a:off x="2427284" y="3955739"/>
            <a:ext cx="73984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01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D0C4F5F-A3C7-527B-113F-597AE9E325E4}"/>
              </a:ext>
            </a:extLst>
          </p:cNvPr>
          <p:cNvSpPr txBox="1"/>
          <p:nvPr/>
        </p:nvSpPr>
        <p:spPr>
          <a:xfrm>
            <a:off x="9933943" y="3955739"/>
            <a:ext cx="73984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02</a:t>
            </a:r>
          </a:p>
        </p:txBody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225010F-4E7F-E180-31ED-B956DF3B2E54}"/>
              </a:ext>
            </a:extLst>
          </p:cNvPr>
          <p:cNvGrpSpPr/>
          <p:nvPr/>
        </p:nvGrpSpPr>
        <p:grpSpPr>
          <a:xfrm>
            <a:off x="2327014" y="6497450"/>
            <a:ext cx="840118" cy="840118"/>
            <a:chOff x="0" y="0"/>
            <a:chExt cx="812800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D782BAD-7A8F-9697-C41C-6A82517DDE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2DEBA7D-86F4-AD7F-7FC4-9A662A5779E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0BFFC208-5DC3-4F0F-885E-505AFBF88D14}"/>
              </a:ext>
            </a:extLst>
          </p:cNvPr>
          <p:cNvSpPr txBox="1"/>
          <p:nvPr/>
        </p:nvSpPr>
        <p:spPr>
          <a:xfrm>
            <a:off x="2377149" y="6687229"/>
            <a:ext cx="739848" cy="48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03</a:t>
            </a: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39DF487A-87FA-B53F-6FFA-6859C980B69D}"/>
              </a:ext>
            </a:extLst>
          </p:cNvPr>
          <p:cNvGrpSpPr/>
          <p:nvPr/>
        </p:nvGrpSpPr>
        <p:grpSpPr>
          <a:xfrm>
            <a:off x="9883808" y="6591922"/>
            <a:ext cx="840118" cy="840118"/>
            <a:chOff x="0" y="0"/>
            <a:chExt cx="812800" cy="812800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9807096-FBB5-855E-F765-D2E0087DAF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2AEC9F9F-E08F-078F-411A-CC412BC7F5F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198659DA-7BF2-178A-D653-744667347A83}"/>
              </a:ext>
            </a:extLst>
          </p:cNvPr>
          <p:cNvSpPr txBox="1"/>
          <p:nvPr/>
        </p:nvSpPr>
        <p:spPr>
          <a:xfrm>
            <a:off x="9933943" y="6742086"/>
            <a:ext cx="739848" cy="48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04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C65C0122-503A-48FA-768E-245A42F5F0E2}"/>
              </a:ext>
            </a:extLst>
          </p:cNvPr>
          <p:cNvSpPr txBox="1"/>
          <p:nvPr/>
        </p:nvSpPr>
        <p:spPr>
          <a:xfrm>
            <a:off x="3416835" y="6403986"/>
            <a:ext cx="5727165" cy="1482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dirty="0"/>
              <a:t>Model 3 (GPT-2 Large) gave the most fluent and coherent answers but remained limited in medical depth.</a:t>
            </a: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D783A45A-F2D9-4294-7DF1-35368CDC8149}"/>
              </a:ext>
            </a:extLst>
          </p:cNvPr>
          <p:cNvSpPr txBox="1"/>
          <p:nvPr/>
        </p:nvSpPr>
        <p:spPr>
          <a:xfrm>
            <a:off x="11019201" y="6515100"/>
            <a:ext cx="5346165" cy="1482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800" dirty="0"/>
              <a:t>Overall, RAG is valuable, but reliable medical QA needs domain-specific models and stronger retrieval.</a:t>
            </a: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58240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013131" y="3908425"/>
            <a:ext cx="10261737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691</Words>
  <Application>Microsoft Office PowerPoint</Application>
  <PresentationFormat>Custom</PresentationFormat>
  <Paragraphs>138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Nunito</vt:lpstr>
      <vt:lpstr>Open Sans</vt:lpstr>
      <vt:lpstr>Proxima Nova Bold</vt:lpstr>
      <vt:lpstr>Nunito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ChRONIC CARE RAG: DIABETES &amp; HYPERTENSION</dc:title>
  <cp:lastModifiedBy>yogananda M</cp:lastModifiedBy>
  <cp:revision>3</cp:revision>
  <dcterms:created xsi:type="dcterms:W3CDTF">2006-08-16T00:00:00Z</dcterms:created>
  <dcterms:modified xsi:type="dcterms:W3CDTF">2025-12-01T02:31:03Z</dcterms:modified>
  <dc:identifier>DAG3_Wz8MCc</dc:identifier>
</cp:coreProperties>
</file>